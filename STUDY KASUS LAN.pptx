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825F7-BBE0-45F0-BFC1-5152EB5820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A12CE2-AE9B-4973-AA33-2625092758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C4019-F0EA-4B58-B5F4-E3D4D0529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2C500-DEAC-41FD-B99C-ADFFCE5676E6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D54A0-949D-4E2C-AC48-80D15D76B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3C1D7-004F-4AF2-BA9A-0D818C2C3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B5389-248A-4879-8B47-F6079C5C1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638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C4854-5342-42BE-8CC1-3D5D3D042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A59BF-FAC8-494B-82B3-5514DE482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E7694-63C9-4A72-9B8F-959F9F047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2C500-DEAC-41FD-B99C-ADFFCE5676E6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352D5-62AA-4038-B953-60DFFE84C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D0C37-B79F-4619-980D-931F3744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B5389-248A-4879-8B47-F6079C5C1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236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9FC59-A140-4209-92CC-AC2114F03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25BC71-E128-43B2-AC12-372F7DF892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3DFFD-FA8C-48A7-ACDE-2216934CA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2C500-DEAC-41FD-B99C-ADFFCE5676E6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F5CF2-6142-4B05-B1A8-BEE2A1CCC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9915F-E62B-4A7D-8960-7B318F563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B5389-248A-4879-8B47-F6079C5C1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987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3D288-507B-4A85-815C-E26869B0D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9B6B6-F4C4-4C80-B048-0C2C9F8696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4CF4D6-FB65-4622-A31A-17A25CCA1E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DB1579-E454-4D21-9907-FEBAFDCFF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2C500-DEAC-41FD-B99C-ADFFCE5676E6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402759-B1AE-436A-BA8C-9DC7C0E7F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75211E-18F9-48CE-B834-869233DAF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B5389-248A-4879-8B47-F6079C5C1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537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193DD-4EB6-460D-B101-FBF2260E5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C9D156-1FE4-4043-81B1-90A3D3AD9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2716EA-0661-4056-8109-9B84384601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2286ED-E102-4137-9DCF-4E4C464A98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FEDF5D-6B30-4BA3-B61E-803F443981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1707AE-A662-42D0-9C96-29162814B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2C500-DEAC-41FD-B99C-ADFFCE5676E6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A7178D-2FED-45B2-828A-4204C1FE4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BADA79-A7DB-4E1C-87EC-D3EE36EBA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B5389-248A-4879-8B47-F6079C5C1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373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DB1F4-B31A-4DA6-BCB8-B05D24A73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FDAB88-5EB6-4F97-87F7-891FE79A9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2C500-DEAC-41FD-B99C-ADFFCE5676E6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702C64-8961-4F73-9070-BBF2CE786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6F0663-A2B4-43DF-93F4-7F17B50E1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B5389-248A-4879-8B47-F6079C5C1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479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803787-9F3D-4356-99CC-1F51D8052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2C500-DEAC-41FD-B99C-ADFFCE5676E6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DD2EA0-15DC-48A5-ABE7-6BD3D7421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EA27F-148B-4822-B8D8-E6C667894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B5389-248A-4879-8B47-F6079C5C1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619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1786D-3EE5-4B74-B56D-60241DD66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52F0C-0E69-4D8E-9C51-66CDC7E08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7C08CA-2C1C-4271-B6C5-E09267588F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7291C-3D32-47E5-AD1E-FB394AFCC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2C500-DEAC-41FD-B99C-ADFFCE5676E6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83A28D-1E67-4D9D-90F0-F5A754485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726D51-C890-4DE3-BD48-B870A9FC9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B5389-248A-4879-8B47-F6079C5C1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000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BFCB2-FC1B-4C04-928C-C64F68511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51FD07-2DBC-44D1-AE31-E0987BFD43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EBF920-72F9-4EA2-ADF7-A563DFAA98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367F3F-DE88-4FEC-BEB2-678F538F9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2C500-DEAC-41FD-B99C-ADFFCE5676E6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5A67DC-CB05-4B96-AFF8-7080C1B38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AF13D-58AB-46AD-8E19-497726994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B5389-248A-4879-8B47-F6079C5C1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497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B2554-969F-47D7-9BF3-519D7370A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98B13D-F838-4F96-AA1E-CD958B3F3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258B5-B357-4682-9A06-52CE202DA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2C500-DEAC-41FD-B99C-ADFFCE5676E6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678C1-4765-40BB-AD08-4B8373D48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8AFC8-AF87-4355-9CF1-17D79DEA3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B5389-248A-4879-8B47-F6079C5C1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730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D35A31-50E4-496B-8731-9C31F3F46D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F2B6D3-A3AA-43DB-912E-DA278CAB83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81240-3A1C-4F91-95E9-DE2D0C75B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2C500-DEAC-41FD-B99C-ADFFCE5676E6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295C6-F650-41F3-98CE-3A2AFACC2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4ED8B-9713-41C9-A0F3-DAFC0CE16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B5389-248A-4879-8B47-F6079C5C1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346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F557C3-F334-4864-841D-EE3145012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395F3-1303-4D54-A1C2-97002CB60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B54AB-F9AD-40EA-9C0E-2B8CB2DCEC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2C500-DEAC-41FD-B99C-ADFFCE5676E6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D7E41-9852-42E9-A1FE-D2FAA265E4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BE54C-F817-4CB7-A060-784A4F90DA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B5389-248A-4879-8B47-F6079C5C1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62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D10DF-2872-40BA-A8B9-635BA46D4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STUDY KASUS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0D1DC-F8E6-4AEB-B1DB-4916D40E2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Pak </a:t>
            </a:r>
            <a:r>
              <a:rPr lang="en-US" dirty="0" err="1"/>
              <a:t>Seha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seorang</a:t>
            </a:r>
            <a:r>
              <a:rPr lang="en-US" dirty="0"/>
              <a:t> IT </a:t>
            </a:r>
            <a:r>
              <a:rPr lang="en-US" dirty="0" err="1"/>
              <a:t>disebuah</a:t>
            </a:r>
            <a:r>
              <a:rPr lang="en-US" dirty="0"/>
              <a:t> </a:t>
            </a:r>
            <a:r>
              <a:rPr lang="en-US" dirty="0" err="1"/>
              <a:t>perusahaan</a:t>
            </a:r>
            <a:r>
              <a:rPr lang="en-US" dirty="0"/>
              <a:t> </a:t>
            </a:r>
            <a:r>
              <a:rPr lang="en-US" dirty="0" err="1"/>
              <a:t>ia</a:t>
            </a:r>
            <a:r>
              <a:rPr lang="en-US" dirty="0"/>
              <a:t> </a:t>
            </a:r>
            <a:r>
              <a:rPr lang="en-US" dirty="0" err="1"/>
              <a:t>diminta</a:t>
            </a:r>
            <a:r>
              <a:rPr lang="en-US" dirty="0"/>
              <a:t> oleh </a:t>
            </a:r>
            <a:r>
              <a:rPr lang="en-US" dirty="0" err="1"/>
              <a:t>atasannya</a:t>
            </a:r>
            <a:r>
              <a:rPr lang="en-US" dirty="0"/>
              <a:t> </a:t>
            </a:r>
            <a:r>
              <a:rPr lang="en-US" dirty="0" err="1"/>
              <a:t>membangun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lokal</a:t>
            </a:r>
            <a:r>
              <a:rPr lang="en-US" dirty="0"/>
              <a:t> </a:t>
            </a:r>
            <a:r>
              <a:rPr lang="en-US" dirty="0" err="1"/>
              <a:t>disebuah</a:t>
            </a:r>
            <a:r>
              <a:rPr lang="en-US" dirty="0"/>
              <a:t> </a:t>
            </a:r>
            <a:r>
              <a:rPr lang="en-US" dirty="0" err="1"/>
              <a:t>ruangan</a:t>
            </a:r>
            <a:r>
              <a:rPr lang="en-US" dirty="0"/>
              <a:t>. </a:t>
            </a:r>
            <a:r>
              <a:rPr lang="en-US" dirty="0" err="1"/>
              <a:t>Atasannya</a:t>
            </a:r>
            <a:r>
              <a:rPr lang="en-US" dirty="0"/>
              <a:t> </a:t>
            </a:r>
            <a:r>
              <a:rPr lang="en-US" dirty="0" err="1"/>
              <a:t>meminta</a:t>
            </a:r>
            <a:r>
              <a:rPr lang="en-US" dirty="0"/>
              <a:t> agar </a:t>
            </a:r>
            <a:r>
              <a:rPr lang="en-US" dirty="0" err="1"/>
              <a:t>seluruh</a:t>
            </a:r>
            <a:r>
              <a:rPr lang="en-US" dirty="0"/>
              <a:t> PC/Client yang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diruangan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terhubung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baik</a:t>
            </a:r>
            <a:r>
              <a:rPr lang="en-US" dirty="0"/>
              <a:t>, </a:t>
            </a:r>
            <a:r>
              <a:rPr lang="en-US" dirty="0" err="1"/>
              <a:t>ia</a:t>
            </a:r>
            <a:r>
              <a:rPr lang="en-US" dirty="0"/>
              <a:t> </a:t>
            </a:r>
            <a:r>
              <a:rPr lang="en-US" dirty="0" err="1"/>
              <a:t>diberikan</a:t>
            </a:r>
            <a:r>
              <a:rPr lang="en-US" dirty="0"/>
              <a:t> </a:t>
            </a:r>
            <a:r>
              <a:rPr lang="en-US" dirty="0" err="1"/>
              <a:t>sebanyak</a:t>
            </a:r>
            <a:r>
              <a:rPr lang="en-US" dirty="0"/>
              <a:t> 10 PC.</a:t>
            </a:r>
          </a:p>
        </p:txBody>
      </p:sp>
    </p:spTree>
    <p:extLst>
      <p:ext uri="{BB962C8B-B14F-4D97-AF65-F5344CB8AC3E}">
        <p14:creationId xmlns:p14="http://schemas.microsoft.com/office/powerpoint/2010/main" val="3269391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42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STUDY KASUS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 KASUS</dc:title>
  <dc:creator>admin</dc:creator>
  <cp:lastModifiedBy>admin</cp:lastModifiedBy>
  <cp:revision>2</cp:revision>
  <dcterms:created xsi:type="dcterms:W3CDTF">2026-03-12T01:03:37Z</dcterms:created>
  <dcterms:modified xsi:type="dcterms:W3CDTF">2026-03-12T05:42:59Z</dcterms:modified>
</cp:coreProperties>
</file>